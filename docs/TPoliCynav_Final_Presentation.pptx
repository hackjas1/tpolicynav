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1FAE5"/>
                </a:solidFill>
              </a:defRPr>
            </a:pPr>
            <a:r>
              <a:t>TALIBON POLYTECHNIC COLLEGE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TPoliCynav: The TPC Policy Navigator</a:t>
            </a:r>
          </a:p>
          <a:p>
            <a:br/>
            <a:pPr algn="ctr">
              <a:defRPr sz="1600">
                <a:solidFill>
                  <a:srgbClr val="D1FAE5"/>
                </a:solidFill>
              </a:defRPr>
            </a:pPr>
            <a:r>
              <a:t>An AI-Driven Retrieval-Augmented Generation Conversational Agent for Institutional Policy Navigation</a:t>
            </a:r>
            <a:br/>
            <a:r>
              <a:t>Talibon Polytechnic College (TPC) • Bohol, Philippines</a:t>
            </a:r>
            <a:br/>
            <a:br/>
            <a:r>
              <a:t>IS Professional Elective #4: Generative AI Systems — Capstone Final Defense</a:t>
            </a:r>
            <a:br/>
            <a:r>
              <a:t>Team Kuys: Eduardo Avenido Jr. | Christian Paul Larosa | Nielbert Garcia | Marcel Avergonzado</a:t>
            </a:r>
            <a:br/>
            <a:r>
              <a:t>Instructor: Jessie A. Melendres | 1st Sem, A.Y.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Cognitive Friction in Policy Navigation: Over 4,900 TPC students must navigate a 202-page Student Handbook, municipal ordinances, and scholarship policies.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Fragmented Regulations: Policies governing freshmen entrance attire, boarding house curfews (Ordinance 127), and CHED/GSIS subsidies are isolated across separate documents.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Limitations of Keyword Search: Traditional Ctrl+F keyword search fails to handle paraphrasing, synonymy, or multi-document institutional reasoning.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Target Beneficiaries: Enrolled students, freshmen examinees, boarding house residents, and campus discipline officers (OSAS).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End-to-End RAG Pipeline: Raw Corpus -&gt; Text Preprocessing -&gt; BGE-Small Embeddings -&gt; Pinecone Cloud -&gt; LangChain -&gt; Streamlit Web UI -&gt; Railway Cloud.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Embedding Space: BAAI/bge-small-en-v1.5 (384-dimensional dense vectors, MTEB leader, 133 MB footprint).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Vector Database: Pinecone Serverless Index (AWS us-east-1, Cosine metric) paired with a local NumPy matrix fallback.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Orchestration &amp; LLM: LangChain conversational chain paired with Qwen2.5-72B-Instruct / Local Precision Extractor.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Deployment &amp; Secrets: Streamlit Web UI containerized via Multi-Stage Dockerfile, deployed on Railway Cloud via GitHub CI/CD.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Foundational Data Pipeline &amp;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Comprehensive Corpus: 7 official collegiate/municipal sources (&gt;260 KB text): Handbook v.04, Ordinance 127, Uniform Guide, Admissions, CHED RA 10931, GSIS STEM, PNP Memorandums.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Automated Ingestion Pipeline (scripts/ingest_pipeline.py): Command-line pipeline parsing PDF/TXT files end-to-end with minimal manual steps.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Sanitization &amp; Normalization: Strips OCR noise, form feeds, page numbers, and standardizes Unicode characters.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Sliding-Window Semantic Chunking: 400-word chunks with 80-word overlap (20% overlap), producing 128 metadata-rich chunks with SHA-256 hashes.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Vector Embeddings &amp; Distance Metric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Model Evaluation: BAAI/bge-small-en-v1.5 chosen for exceptional retrieval efficiency and local CPU execution.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Metric Comparison: Evaluated Cosine Similarity, Euclidean Distance (L2), and Dot Product.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Mathematical Equivalence: On unit-normalized vectors (||u||=1), L2^2 = 2 - 2 * Cosine. All three metrics yield identical top-k rankings.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Metric Selection Rationale: Cosine Similarity selected for its bounded [-1, 1] range, enabling an intuitive confidence cutoff (&gt;= 0.50) for out-of-scope refusal.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Prompt Engineering Architecture &amp;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3-Tier Structured Prompts: (1) Strict Grounded Policy Assistant, (2) Student Conduct Advisor, (3) Scholarship Evaluator.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Negative Constraints: Explicitly instructs model to state lack of information and redirect to OSAS if context is insufficient.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Pre-Generation Confidence Gate: Maximum cosine score &lt; 0.50 triggers immediate refusal without calling LLM.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Zero Hallucination Verified: Non-campus inquiries (e.g. Tokyo population) score 42.89% and are 100% intercepted.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LangChain Orchestration &amp; Conversational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LangChain Integration: Custom TPCVectorRetriever implementing BaseRetriever interface.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Conversational Memory (app/memory_manager.py): 5-turn sliding window tracking dialogue history.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Coreference Resolution: Contextualizer reformulates follow-up queries (e.g. "Can I wear them?" -&gt; "Can I wear ripped jeans during exams?").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Hybrid Fallback: Gracefully switches between Cloud (Pinecone + Qwen-72B) and Offline (NumPy + Local Extractor).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Application Interface &amp; Institutional Branding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Official TPC Green Theme: Styled with Dark Green (#064E3B), Emerald (#10B981), and Crisp White (#FFFFFF).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Zero-Login Public Access: Deployed web application accessible instantly from any browser without installation.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Frequent Inquiries Quick-Chips: One-click buttons for Degree Programs, Dress Code, Curfew, and GSIS Scholarships.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Transparent Citations: Expandable drawers displaying verbatim policy excerpts and confidence match percentages.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Model Customization: PEFT / LoRA / QLoRA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Mathematical Mechanics: LoRA updates Delta W = (alpha/r) * B * A, reducing trainable weights by &gt;99.8%.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Hardware Feasibility: QLoRA (NF4 quantization) allows 7B fine-tuning on a single 16 GB VRAM GPU.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Why RAG was Chosen over Fine-Tuning: Policies update frequently (RAG updates in seconds; fine-tuning requires retraining); RAG guarantees auditable citations; zero catastrophic forgetting.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Future LoRA Adaptation: Documented experimental design for Mistral-7B to adapt colloquial Cebuano-English student phrasing.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Containerization, CI/CD &amp; Railway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Multi-Stage Dockerfile: Stage 1 (Builder: compiles wheels) + Stage 2 (Runner: non-root appuser, &gt;45% size reduction).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Secrets Protocol: PINECONE_API_KEY and HF_TOKEN injected dynamically via Railway dashboard; zero secrets in Git.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Continuous Integration: GitHub Actions workflow (.github/workflows/ci.yml) running automated linting and benchmark tests.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Public Deployment: Hosted live on Railway Cloud via GitHub integration with automatic SSL and zero-install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Empirical Benchmark &amp; Quantitative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Evaluation Suite (scripts/demo_evaluation.py): 6 structured queries across all institutional domains.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Overall Benchmark Pass Rate: 6/6 Tests Passed (100.0% Pass Rate).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In-Scope Match Confidence: Average 77.26% (Max 85.94% on GSIS subsidy query).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System Latency: Average response time of 2,579 ms (2.58 seconds) on cloud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Limitations, Future Work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Demonstration of All 4 CILOs: End-to-end data pipeline, scalable vector RAG, PEFT rationale, containerized CI/CD deployment.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Limitations: Handling of complex tabular GWA retention charts; informal Cebuano colloquialisms.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Future Roadmap: Bilingual LoRA adapter; voice-enabled campus kiosk mode.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Open Q&amp;A / Defense: Thank you! Team Kuys welcomes questions from the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